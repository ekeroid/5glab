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9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0CA97-4312-BB45-B3FF-8725558A7D03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341CD-3F28-6042-8918-0645AB1F1DA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27404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94BDB-AFD4-4CD6-FD5F-BCE79D32E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F454F-BC6A-3306-D15E-FC51D6AEB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71DE4-4FDC-BA40-FE1D-8FD293C43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A964A-EDC8-8496-9A80-A6498A4A8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341CD-3F28-6042-8918-0645AB1F1DA7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7620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C2EE1-16BE-2745-9E3D-A1EAAB87B36C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039D-1461-4D42-ADCD-3E1F43B01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082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C2EE1-16BE-2745-9E3D-A1EAAB87B36C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039D-1461-4D42-ADCD-3E1F43B01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63208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C2EE1-16BE-2745-9E3D-A1EAAB87B36C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039D-1461-4D42-ADCD-3E1F43B01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6957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C2EE1-16BE-2745-9E3D-A1EAAB87B36C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039D-1461-4D42-ADCD-3E1F43B01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8569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C2EE1-16BE-2745-9E3D-A1EAAB87B36C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039D-1461-4D42-ADCD-3E1F43B01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2087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C2EE1-16BE-2745-9E3D-A1EAAB87B36C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039D-1461-4D42-ADCD-3E1F43B01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10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C2EE1-16BE-2745-9E3D-A1EAAB87B36C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039D-1461-4D42-ADCD-3E1F43B01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2125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C2EE1-16BE-2745-9E3D-A1EAAB87B36C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039D-1461-4D42-ADCD-3E1F43B01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36259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C2EE1-16BE-2745-9E3D-A1EAAB87B36C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039D-1461-4D42-ADCD-3E1F43B01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3276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C2EE1-16BE-2745-9E3D-A1EAAB87B36C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039D-1461-4D42-ADCD-3E1F43B01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64199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C2EE1-16BE-2745-9E3D-A1EAAB87B36C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B039D-1461-4D42-ADCD-3E1F43B01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1781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7C2EE1-16BE-2745-9E3D-A1EAAB87B36C}" type="datetimeFigureOut">
              <a:rPr lang="sv-SE" smtClean="0"/>
              <a:t>2026-05-29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B039D-1461-4D42-ADCD-3E1F43B0198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40244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4E1C8-924C-A0B2-1F29-90A6E57B6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BE93645-144D-DA2F-7E8A-FB8DB108CED3}"/>
              </a:ext>
            </a:extLst>
          </p:cNvPr>
          <p:cNvCxnSpPr>
            <a:cxnSpLocks/>
          </p:cNvCxnSpPr>
          <p:nvPr/>
        </p:nvCxnSpPr>
        <p:spPr>
          <a:xfrm flipV="1">
            <a:off x="860116" y="2049178"/>
            <a:ext cx="19463" cy="1432257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46B509-529B-A055-42B9-04999F4592EF}"/>
              </a:ext>
            </a:extLst>
          </p:cNvPr>
          <p:cNvCxnSpPr>
            <a:cxnSpLocks/>
          </p:cNvCxnSpPr>
          <p:nvPr/>
        </p:nvCxnSpPr>
        <p:spPr>
          <a:xfrm flipV="1">
            <a:off x="602511" y="4100773"/>
            <a:ext cx="0" cy="1274139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44D1719-5F68-E18D-3FBB-18C0660F1FC5}"/>
              </a:ext>
            </a:extLst>
          </p:cNvPr>
          <p:cNvSpPr/>
          <p:nvPr/>
        </p:nvSpPr>
        <p:spPr>
          <a:xfrm>
            <a:off x="2775097" y="2471341"/>
            <a:ext cx="1403498" cy="81870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MAAS </a:t>
            </a:r>
          </a:p>
          <a:p>
            <a:pPr algn="ctr"/>
            <a:r>
              <a:rPr lang="sv-SE" sz="1400" dirty="0"/>
              <a:t>Switch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1FED7D-515F-4ECF-2F86-F9050C061992}"/>
              </a:ext>
            </a:extLst>
          </p:cNvPr>
          <p:cNvSpPr/>
          <p:nvPr/>
        </p:nvSpPr>
        <p:spPr>
          <a:xfrm>
            <a:off x="350874" y="3481435"/>
            <a:ext cx="1403498" cy="81870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5G-LAB Switch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93D7D7-55A4-A6C3-F994-BAFFAF609CC1}"/>
              </a:ext>
            </a:extLst>
          </p:cNvPr>
          <p:cNvSpPr/>
          <p:nvPr/>
        </p:nvSpPr>
        <p:spPr>
          <a:xfrm>
            <a:off x="2361619" y="3877430"/>
            <a:ext cx="1403498" cy="81870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 err="1"/>
              <a:t>Kubernetes</a:t>
            </a:r>
            <a:endParaRPr lang="sv-SE" sz="1400" dirty="0"/>
          </a:p>
          <a:p>
            <a:pPr algn="ctr"/>
            <a:r>
              <a:rPr lang="sv-SE" sz="1400" dirty="0"/>
              <a:t>Cluster (x7)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362237-A9AB-3608-CD85-D4BD5FCC0EC0}"/>
              </a:ext>
            </a:extLst>
          </p:cNvPr>
          <p:cNvSpPr/>
          <p:nvPr/>
        </p:nvSpPr>
        <p:spPr>
          <a:xfrm>
            <a:off x="2324499" y="4935427"/>
            <a:ext cx="1403498" cy="81870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GPU server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6C7B70-30AB-095F-A1C2-360A2CD6B2CF}"/>
              </a:ext>
            </a:extLst>
          </p:cNvPr>
          <p:cNvSpPr/>
          <p:nvPr/>
        </p:nvSpPr>
        <p:spPr>
          <a:xfrm>
            <a:off x="5372985" y="2471341"/>
            <a:ext cx="1403498" cy="81870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5G </a:t>
            </a:r>
            <a:r>
              <a:rPr lang="sv-SE" sz="1400" dirty="0" err="1"/>
              <a:t>Core</a:t>
            </a:r>
            <a:endParaRPr lang="sv-SE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6A79CA-9C04-04AA-3595-594268801A82}"/>
              </a:ext>
            </a:extLst>
          </p:cNvPr>
          <p:cNvSpPr/>
          <p:nvPr/>
        </p:nvSpPr>
        <p:spPr>
          <a:xfrm>
            <a:off x="5372985" y="3527507"/>
            <a:ext cx="1403498" cy="81870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RAN: 5G </a:t>
            </a:r>
            <a:r>
              <a:rPr lang="sv-SE" sz="1400" dirty="0" err="1"/>
              <a:t>Baseband</a:t>
            </a:r>
            <a:endParaRPr lang="sv-SE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1BC63-E5C6-1877-43AA-2612184C898A}"/>
              </a:ext>
            </a:extLst>
          </p:cNvPr>
          <p:cNvSpPr/>
          <p:nvPr/>
        </p:nvSpPr>
        <p:spPr>
          <a:xfrm>
            <a:off x="7077739" y="3536358"/>
            <a:ext cx="1311349" cy="4341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IRU-1</a:t>
            </a:r>
            <a:endParaRPr lang="sv-S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F87423-D2F3-1835-4D39-60C28FB771CB}"/>
              </a:ext>
            </a:extLst>
          </p:cNvPr>
          <p:cNvSpPr/>
          <p:nvPr/>
        </p:nvSpPr>
        <p:spPr>
          <a:xfrm>
            <a:off x="7077738" y="4129123"/>
            <a:ext cx="1311349" cy="4341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IRU-2</a:t>
            </a:r>
            <a:endParaRPr lang="sv-S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44BAE0-39CF-0160-830A-FED010BE2B20}"/>
              </a:ext>
            </a:extLst>
          </p:cNvPr>
          <p:cNvSpPr/>
          <p:nvPr/>
        </p:nvSpPr>
        <p:spPr>
          <a:xfrm>
            <a:off x="7077738" y="4721888"/>
            <a:ext cx="1311349" cy="4341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IRU-3</a:t>
            </a:r>
            <a:endParaRPr lang="sv-S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144495-A290-07DC-FD64-01794026B36F}"/>
              </a:ext>
            </a:extLst>
          </p:cNvPr>
          <p:cNvSpPr/>
          <p:nvPr/>
        </p:nvSpPr>
        <p:spPr>
          <a:xfrm>
            <a:off x="5372985" y="5463519"/>
            <a:ext cx="1403498" cy="81870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LMT Switch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E366DD-A0A0-EE54-8A77-036BFD498266}"/>
              </a:ext>
            </a:extLst>
          </p:cNvPr>
          <p:cNvSpPr/>
          <p:nvPr/>
        </p:nvSpPr>
        <p:spPr>
          <a:xfrm>
            <a:off x="7031663" y="5463519"/>
            <a:ext cx="1586244" cy="81870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 err="1"/>
              <a:t>Toolserver</a:t>
            </a:r>
            <a:endParaRPr lang="sv-SE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5A0C7C-4377-11DC-7EA1-2797AB55DD9A}"/>
              </a:ext>
            </a:extLst>
          </p:cNvPr>
          <p:cNvSpPr/>
          <p:nvPr/>
        </p:nvSpPr>
        <p:spPr>
          <a:xfrm>
            <a:off x="2940347" y="5902912"/>
            <a:ext cx="1403498" cy="81870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MAAS DHCP server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4821BCD-47A6-5295-778B-5C21ED4CD1AA}"/>
              </a:ext>
            </a:extLst>
          </p:cNvPr>
          <p:cNvSpPr/>
          <p:nvPr/>
        </p:nvSpPr>
        <p:spPr>
          <a:xfrm>
            <a:off x="8690344" y="3243085"/>
            <a:ext cx="499730" cy="4997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00" dirty="0"/>
              <a:t>DOT1</a:t>
            </a:r>
            <a:endParaRPr lang="sv-SE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7EBE34E-35C7-D1B8-E800-25FEFB85437C}"/>
              </a:ext>
            </a:extLst>
          </p:cNvPr>
          <p:cNvSpPr/>
          <p:nvPr/>
        </p:nvSpPr>
        <p:spPr>
          <a:xfrm>
            <a:off x="9193618" y="3655096"/>
            <a:ext cx="499730" cy="4997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00" dirty="0"/>
              <a:t>DOT2</a:t>
            </a:r>
            <a:endParaRPr lang="sv-SE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841A82-8D2A-8F4F-868C-DBC05367D6C4}"/>
              </a:ext>
            </a:extLst>
          </p:cNvPr>
          <p:cNvSpPr/>
          <p:nvPr/>
        </p:nvSpPr>
        <p:spPr>
          <a:xfrm>
            <a:off x="8690342" y="3974072"/>
            <a:ext cx="499730" cy="4997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00" dirty="0"/>
              <a:t>DOT3</a:t>
            </a:r>
            <a:endParaRPr lang="sv-SE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221F02D-DD9C-080B-3530-4F3711B46357}"/>
              </a:ext>
            </a:extLst>
          </p:cNvPr>
          <p:cNvSpPr/>
          <p:nvPr/>
        </p:nvSpPr>
        <p:spPr>
          <a:xfrm>
            <a:off x="9190072" y="4346213"/>
            <a:ext cx="499730" cy="4997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00" dirty="0"/>
              <a:t>DOT10</a:t>
            </a:r>
            <a:endParaRPr lang="sv-S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C63046-A4E9-5C1D-164B-85D14E9CF902}"/>
              </a:ext>
            </a:extLst>
          </p:cNvPr>
          <p:cNvSpPr txBox="1"/>
          <p:nvPr/>
        </p:nvSpPr>
        <p:spPr>
          <a:xfrm>
            <a:off x="7010397" y="3300676"/>
            <a:ext cx="5854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 dirty="0" err="1"/>
              <a:t>xG-lab</a:t>
            </a:r>
            <a:endParaRPr lang="sv-SE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10E9E5-3DD7-E724-918F-D8F4B6DE0F10}"/>
              </a:ext>
            </a:extLst>
          </p:cNvPr>
          <p:cNvSpPr txBox="1"/>
          <p:nvPr/>
        </p:nvSpPr>
        <p:spPr>
          <a:xfrm>
            <a:off x="6971409" y="3919130"/>
            <a:ext cx="9653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 dirty="0" err="1"/>
              <a:t>Robotics-lab</a:t>
            </a:r>
            <a:endParaRPr lang="sv-SE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6C1CD0-171E-AE8E-9FD9-B1BEF2E8150C}"/>
              </a:ext>
            </a:extLst>
          </p:cNvPr>
          <p:cNvSpPr txBox="1"/>
          <p:nvPr/>
        </p:nvSpPr>
        <p:spPr>
          <a:xfrm>
            <a:off x="6982042" y="4506576"/>
            <a:ext cx="470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 dirty="0" err="1"/>
              <a:t>Roof</a:t>
            </a:r>
            <a:endParaRPr lang="sv-SE" sz="11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C18455A-B4EF-7C9D-2BAA-80714ED5595F}"/>
              </a:ext>
            </a:extLst>
          </p:cNvPr>
          <p:cNvCxnSpPr>
            <a:cxnSpLocks/>
            <a:stCxn id="37" idx="3"/>
            <a:endCxn id="4" idx="1"/>
          </p:cNvCxnSpPr>
          <p:nvPr/>
        </p:nvCxnSpPr>
        <p:spPr>
          <a:xfrm flipV="1">
            <a:off x="2547424" y="2880695"/>
            <a:ext cx="227673" cy="5568"/>
          </a:xfrm>
          <a:prstGeom prst="line">
            <a:avLst/>
          </a:prstGeom>
          <a:ln w="19050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F31A8D0-F1E2-43A6-0AE8-D99C800B0AF3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063368" y="3297635"/>
            <a:ext cx="12985" cy="579795"/>
          </a:xfrm>
          <a:prstGeom prst="line">
            <a:avLst/>
          </a:prstGeom>
          <a:ln w="38100" cmpd="dbl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3EC20E3-3AB0-895C-800D-94B676F1FDA8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727997" y="5344780"/>
            <a:ext cx="159822" cy="1"/>
          </a:xfrm>
          <a:prstGeom prst="line">
            <a:avLst/>
          </a:prstGeom>
          <a:ln w="38100" cmpd="dbl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E99E736-9D27-18E0-D933-A836303A62A3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flipH="1">
            <a:off x="4178595" y="2880695"/>
            <a:ext cx="1194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76DDD19-F2D5-13FC-13D7-0A9C56A60CFC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4178595" y="3048157"/>
            <a:ext cx="1194390" cy="8887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87D0B9C-F61C-FA38-290D-51123A877BBE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6074734" y="4346214"/>
            <a:ext cx="0" cy="11173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49A0B40-D1CA-7C1D-DBAF-058F2070AC1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776483" y="3753448"/>
            <a:ext cx="301256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9873DC5-6C53-AAEF-57F4-C2802DEB4D5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6758760" y="3953462"/>
            <a:ext cx="318978" cy="3927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9D6EC7F-84E6-3AA6-82B3-9C79E42D944A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6764072" y="4146200"/>
            <a:ext cx="313666" cy="792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7553C34-E237-0E00-E642-152E812E80DB}"/>
              </a:ext>
            </a:extLst>
          </p:cNvPr>
          <p:cNvCxnSpPr>
            <a:cxnSpLocks/>
          </p:cNvCxnSpPr>
          <p:nvPr/>
        </p:nvCxnSpPr>
        <p:spPr>
          <a:xfrm>
            <a:off x="6726861" y="5894342"/>
            <a:ext cx="301256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FA89692-C8CD-3398-5D8E-2FB422FFE8BD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8396174" y="3492950"/>
            <a:ext cx="294170" cy="2082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96B7577-FA81-06D7-7250-E9DCEFEB1751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8389087" y="3904961"/>
            <a:ext cx="8045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79A8E14-7E4E-1AE6-2E85-1D5FE13831E7}"/>
              </a:ext>
            </a:extLst>
          </p:cNvPr>
          <p:cNvCxnSpPr>
            <a:cxnSpLocks/>
          </p:cNvCxnSpPr>
          <p:nvPr/>
        </p:nvCxnSpPr>
        <p:spPr>
          <a:xfrm flipV="1">
            <a:off x="8389087" y="4206221"/>
            <a:ext cx="294170" cy="14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61C2817-63A7-C851-6D78-8C5B746CBADF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8348327" y="4454298"/>
            <a:ext cx="841745" cy="141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Cloud 63">
            <a:extLst>
              <a:ext uri="{FF2B5EF4-FFF2-40B4-BE49-F238E27FC236}">
                <a16:creationId xmlns:a16="http://schemas.microsoft.com/office/drawing/2014/main" id="{F5579876-DF68-9D33-3E77-76CE63CC8FC7}"/>
              </a:ext>
            </a:extLst>
          </p:cNvPr>
          <p:cNvSpPr/>
          <p:nvPr/>
        </p:nvSpPr>
        <p:spPr>
          <a:xfrm>
            <a:off x="308913" y="137986"/>
            <a:ext cx="1646273" cy="934781"/>
          </a:xfrm>
          <a:prstGeom prst="clou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/>
              <a:t>LU.SE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A0678C4-ABD9-F11D-DDC0-F9B2DD37EB02}"/>
              </a:ext>
            </a:extLst>
          </p:cNvPr>
          <p:cNvSpPr/>
          <p:nvPr/>
        </p:nvSpPr>
        <p:spPr>
          <a:xfrm>
            <a:off x="5227549" y="196022"/>
            <a:ext cx="1403498" cy="8187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IP-SEC server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058C910-BCAF-6885-A9BC-AC427F206B05}"/>
              </a:ext>
            </a:extLst>
          </p:cNvPr>
          <p:cNvSpPr/>
          <p:nvPr/>
        </p:nvSpPr>
        <p:spPr>
          <a:xfrm>
            <a:off x="7828983" y="184497"/>
            <a:ext cx="1403498" cy="81870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Ericsson </a:t>
            </a:r>
            <a:r>
              <a:rPr lang="sv-SE" sz="1400" dirty="0" err="1"/>
              <a:t>Core</a:t>
            </a:r>
            <a:endParaRPr lang="sv-SE" sz="1400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02D2AAB-08AC-D9C9-DA7F-B755B51374B8}"/>
              </a:ext>
            </a:extLst>
          </p:cNvPr>
          <p:cNvCxnSpPr>
            <a:cxnSpLocks/>
          </p:cNvCxnSpPr>
          <p:nvPr/>
        </p:nvCxnSpPr>
        <p:spPr>
          <a:xfrm flipH="1">
            <a:off x="6631047" y="605375"/>
            <a:ext cx="1194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1FEE778-9510-8F25-7B91-CE001EA54177}"/>
              </a:ext>
            </a:extLst>
          </p:cNvPr>
          <p:cNvCxnSpPr>
            <a:cxnSpLocks/>
            <a:endCxn id="64" idx="0"/>
          </p:cNvCxnSpPr>
          <p:nvPr/>
        </p:nvCxnSpPr>
        <p:spPr>
          <a:xfrm flipH="1" flipV="1">
            <a:off x="1953814" y="605377"/>
            <a:ext cx="879444" cy="88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27D358E-B20F-FE4B-5038-47F8BB859A04}"/>
              </a:ext>
            </a:extLst>
          </p:cNvPr>
          <p:cNvCxnSpPr>
            <a:cxnSpLocks/>
          </p:cNvCxnSpPr>
          <p:nvPr/>
        </p:nvCxnSpPr>
        <p:spPr>
          <a:xfrm flipH="1" flipV="1">
            <a:off x="4182133" y="3264355"/>
            <a:ext cx="590111" cy="449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FB8CE07-6DAB-0549-F7D3-23E928E792C1}"/>
              </a:ext>
            </a:extLst>
          </p:cNvPr>
          <p:cNvCxnSpPr>
            <a:cxnSpLocks/>
          </p:cNvCxnSpPr>
          <p:nvPr/>
        </p:nvCxnSpPr>
        <p:spPr>
          <a:xfrm>
            <a:off x="4758066" y="3710903"/>
            <a:ext cx="12964" cy="28039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BD271E3-843B-C8DA-7724-04480D65BF61}"/>
              </a:ext>
            </a:extLst>
          </p:cNvPr>
          <p:cNvCxnSpPr>
            <a:cxnSpLocks/>
          </p:cNvCxnSpPr>
          <p:nvPr/>
        </p:nvCxnSpPr>
        <p:spPr>
          <a:xfrm flipH="1">
            <a:off x="4741939" y="6506003"/>
            <a:ext cx="2964713" cy="88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D7C8DB1-8533-2ACD-1AA3-D55008F5B793}"/>
              </a:ext>
            </a:extLst>
          </p:cNvPr>
          <p:cNvCxnSpPr>
            <a:cxnSpLocks/>
          </p:cNvCxnSpPr>
          <p:nvPr/>
        </p:nvCxnSpPr>
        <p:spPr>
          <a:xfrm flipV="1">
            <a:off x="7722776" y="6270279"/>
            <a:ext cx="0" cy="24458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6A5013F5-BE67-62C4-0425-7B1252DAD303}"/>
              </a:ext>
            </a:extLst>
          </p:cNvPr>
          <p:cNvSpPr/>
          <p:nvPr/>
        </p:nvSpPr>
        <p:spPr>
          <a:xfrm>
            <a:off x="8820250" y="4721888"/>
            <a:ext cx="239914" cy="6530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E3BC963-B157-A3EF-1A96-02E7AB2FAF05}"/>
              </a:ext>
            </a:extLst>
          </p:cNvPr>
          <p:cNvCxnSpPr>
            <a:cxnSpLocks/>
            <a:endCxn id="77" idx="1"/>
          </p:cNvCxnSpPr>
          <p:nvPr/>
        </p:nvCxnSpPr>
        <p:spPr>
          <a:xfrm>
            <a:off x="8396174" y="4935436"/>
            <a:ext cx="424076" cy="1129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72F29D4-E59B-1BB4-9104-13FC10C2432F}"/>
              </a:ext>
            </a:extLst>
          </p:cNvPr>
          <p:cNvCxnSpPr>
            <a:cxnSpLocks/>
          </p:cNvCxnSpPr>
          <p:nvPr/>
        </p:nvCxnSpPr>
        <p:spPr>
          <a:xfrm flipH="1">
            <a:off x="4149510" y="2701156"/>
            <a:ext cx="119439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5208117-FF57-3567-B034-879A66FADF39}"/>
              </a:ext>
            </a:extLst>
          </p:cNvPr>
          <p:cNvSpPr txBox="1"/>
          <p:nvPr/>
        </p:nvSpPr>
        <p:spPr>
          <a:xfrm>
            <a:off x="5315264" y="2779383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800" dirty="0">
                <a:solidFill>
                  <a:schemeClr val="bg1"/>
                </a:solidFill>
              </a:rPr>
              <a:t>eno2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98E9EC4-EBC4-F799-D7B8-A4F364D7D48C}"/>
              </a:ext>
            </a:extLst>
          </p:cNvPr>
          <p:cNvSpPr txBox="1"/>
          <p:nvPr/>
        </p:nvSpPr>
        <p:spPr>
          <a:xfrm>
            <a:off x="5313561" y="2601517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800" dirty="0">
                <a:solidFill>
                  <a:schemeClr val="bg1"/>
                </a:solidFill>
              </a:rPr>
              <a:t>eno1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B8A63AA-00E3-1058-2D22-A3C41AD0E32A}"/>
              </a:ext>
            </a:extLst>
          </p:cNvPr>
          <p:cNvSpPr txBox="1"/>
          <p:nvPr/>
        </p:nvSpPr>
        <p:spPr>
          <a:xfrm>
            <a:off x="5302738" y="3812108"/>
            <a:ext cx="4106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800" dirty="0">
                <a:solidFill>
                  <a:schemeClr val="bg1"/>
                </a:solidFill>
              </a:rPr>
              <a:t>TN_E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778655B-8305-26BD-79A1-6972DFF60A7F}"/>
              </a:ext>
            </a:extLst>
          </p:cNvPr>
          <p:cNvSpPr txBox="1"/>
          <p:nvPr/>
        </p:nvSpPr>
        <p:spPr>
          <a:xfrm>
            <a:off x="5870873" y="4173237"/>
            <a:ext cx="3674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800" dirty="0">
                <a:solidFill>
                  <a:schemeClr val="bg1"/>
                </a:solidFill>
              </a:rPr>
              <a:t>LMT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008E20A-8D9B-FAD2-AB3D-590FBC7A0E60}"/>
              </a:ext>
            </a:extLst>
          </p:cNvPr>
          <p:cNvSpPr txBox="1"/>
          <p:nvPr/>
        </p:nvSpPr>
        <p:spPr>
          <a:xfrm>
            <a:off x="6971344" y="5791323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800" dirty="0">
                <a:solidFill>
                  <a:schemeClr val="bg1"/>
                </a:solidFill>
              </a:rPr>
              <a:t>eno2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403408-5B1C-4F62-4E03-1C47B57376E0}"/>
              </a:ext>
            </a:extLst>
          </p:cNvPr>
          <p:cNvSpPr txBox="1"/>
          <p:nvPr/>
        </p:nvSpPr>
        <p:spPr>
          <a:xfrm>
            <a:off x="7542440" y="6096822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800" dirty="0">
                <a:solidFill>
                  <a:schemeClr val="bg1"/>
                </a:solidFill>
              </a:rPr>
              <a:t>eno1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B8B6103-9181-8453-2DCC-86BA080FA198}"/>
              </a:ext>
            </a:extLst>
          </p:cNvPr>
          <p:cNvSpPr txBox="1"/>
          <p:nvPr/>
        </p:nvSpPr>
        <p:spPr>
          <a:xfrm>
            <a:off x="6509403" y="3650188"/>
            <a:ext cx="3321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800" dirty="0" err="1">
                <a:solidFill>
                  <a:schemeClr val="bg1"/>
                </a:solidFill>
              </a:rPr>
              <a:t>RiA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9DA8DDC-E43B-1C2E-8958-B7CAA09B7B3B}"/>
              </a:ext>
            </a:extLst>
          </p:cNvPr>
          <p:cNvSpPr txBox="1"/>
          <p:nvPr/>
        </p:nvSpPr>
        <p:spPr>
          <a:xfrm>
            <a:off x="6504444" y="3834387"/>
            <a:ext cx="333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800" dirty="0" err="1">
                <a:solidFill>
                  <a:schemeClr val="bg1"/>
                </a:solidFill>
              </a:rPr>
              <a:t>RiB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B8BC6AA-35DF-D183-3670-1C3D3390152F}"/>
              </a:ext>
            </a:extLst>
          </p:cNvPr>
          <p:cNvSpPr txBox="1"/>
          <p:nvPr/>
        </p:nvSpPr>
        <p:spPr>
          <a:xfrm>
            <a:off x="6504444" y="4027552"/>
            <a:ext cx="341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800" dirty="0" err="1">
                <a:solidFill>
                  <a:schemeClr val="bg1"/>
                </a:solidFill>
              </a:rPr>
              <a:t>RiC</a:t>
            </a:r>
            <a:endParaRPr lang="sv-SE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69659A-853B-8741-91CC-5FC4737C213E}"/>
              </a:ext>
            </a:extLst>
          </p:cNvPr>
          <p:cNvSpPr/>
          <p:nvPr/>
        </p:nvSpPr>
        <p:spPr>
          <a:xfrm>
            <a:off x="2869354" y="1317706"/>
            <a:ext cx="1403498" cy="81870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LTH PCs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42FF12-796D-E3F0-BFBC-1603FCD6F329}"/>
              </a:ext>
            </a:extLst>
          </p:cNvPr>
          <p:cNvCxnSpPr>
            <a:cxnSpLocks/>
          </p:cNvCxnSpPr>
          <p:nvPr/>
        </p:nvCxnSpPr>
        <p:spPr>
          <a:xfrm flipH="1" flipV="1">
            <a:off x="1740170" y="838067"/>
            <a:ext cx="1082157" cy="8889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A38E830-C47A-EE64-46FE-43D3B67E2708}"/>
              </a:ext>
            </a:extLst>
          </p:cNvPr>
          <p:cNvSpPr txBox="1"/>
          <p:nvPr/>
        </p:nvSpPr>
        <p:spPr>
          <a:xfrm>
            <a:off x="4591898" y="23720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?</a:t>
            </a:r>
          </a:p>
        </p:txBody>
      </p:sp>
      <p:sp>
        <p:nvSpPr>
          <p:cNvPr id="36" name="Cloud 35">
            <a:extLst>
              <a:ext uri="{FF2B5EF4-FFF2-40B4-BE49-F238E27FC236}">
                <a16:creationId xmlns:a16="http://schemas.microsoft.com/office/drawing/2014/main" id="{91449797-4775-E174-DE0C-BC201ED8B3EF}"/>
              </a:ext>
            </a:extLst>
          </p:cNvPr>
          <p:cNvSpPr/>
          <p:nvPr/>
        </p:nvSpPr>
        <p:spPr>
          <a:xfrm>
            <a:off x="247818" y="1178154"/>
            <a:ext cx="1646273" cy="934781"/>
          </a:xfrm>
          <a:prstGeom prst="clou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/>
              <a:t>5G-LAB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98035CB-B0E8-8821-67B1-6615FA94E346}"/>
              </a:ext>
            </a:extLst>
          </p:cNvPr>
          <p:cNvCxnSpPr>
            <a:cxnSpLocks/>
          </p:cNvCxnSpPr>
          <p:nvPr/>
        </p:nvCxnSpPr>
        <p:spPr>
          <a:xfrm flipV="1">
            <a:off x="1718049" y="1808008"/>
            <a:ext cx="0" cy="680933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B16E4D0-BAC4-807A-FC8E-3629912068D0}"/>
              </a:ext>
            </a:extLst>
          </p:cNvPr>
          <p:cNvSpPr/>
          <p:nvPr/>
        </p:nvSpPr>
        <p:spPr>
          <a:xfrm>
            <a:off x="7828983" y="1230471"/>
            <a:ext cx="1403498" cy="81870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Ericsson PCs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A54030C-EF44-60F0-5F5E-752DC0BB9253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6631047" y="767935"/>
            <a:ext cx="1197936" cy="8718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8CE2D8-E679-CBB5-4434-5D45219072F3}"/>
              </a:ext>
            </a:extLst>
          </p:cNvPr>
          <p:cNvSpPr txBox="1"/>
          <p:nvPr/>
        </p:nvSpPr>
        <p:spPr>
          <a:xfrm>
            <a:off x="9437419" y="767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V3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1E1098-C154-2954-6916-938456BD937D}"/>
              </a:ext>
            </a:extLst>
          </p:cNvPr>
          <p:cNvSpPr txBox="1"/>
          <p:nvPr/>
        </p:nvSpPr>
        <p:spPr>
          <a:xfrm>
            <a:off x="7785143" y="737070"/>
            <a:ext cx="1485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För positionering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5D86BE-E75C-9DD6-4703-E01E85DEB8C3}"/>
              </a:ext>
            </a:extLst>
          </p:cNvPr>
          <p:cNvSpPr/>
          <p:nvPr/>
        </p:nvSpPr>
        <p:spPr>
          <a:xfrm>
            <a:off x="1143926" y="2476909"/>
            <a:ext cx="1403498" cy="8187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/>
              <a:t>IP-SEC server 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B791316-D42A-E1E6-3D18-824A57609C3E}"/>
              </a:ext>
            </a:extLst>
          </p:cNvPr>
          <p:cNvCxnSpPr>
            <a:cxnSpLocks/>
          </p:cNvCxnSpPr>
          <p:nvPr/>
        </p:nvCxnSpPr>
        <p:spPr>
          <a:xfrm flipV="1">
            <a:off x="1215183" y="1072767"/>
            <a:ext cx="0" cy="1311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Cloud 92">
            <a:extLst>
              <a:ext uri="{FF2B5EF4-FFF2-40B4-BE49-F238E27FC236}">
                <a16:creationId xmlns:a16="http://schemas.microsoft.com/office/drawing/2014/main" id="{9973CC6C-B4CD-A217-C97B-B44EA7398178}"/>
              </a:ext>
            </a:extLst>
          </p:cNvPr>
          <p:cNvSpPr/>
          <p:nvPr/>
        </p:nvSpPr>
        <p:spPr>
          <a:xfrm>
            <a:off x="2819860" y="160089"/>
            <a:ext cx="1646273" cy="934781"/>
          </a:xfrm>
          <a:prstGeom prst="cloud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/>
              <a:t>”Internet”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7795FDB-EDD0-323E-483E-224599E60C3F}"/>
              </a:ext>
            </a:extLst>
          </p:cNvPr>
          <p:cNvCxnSpPr>
            <a:cxnSpLocks/>
          </p:cNvCxnSpPr>
          <p:nvPr/>
        </p:nvCxnSpPr>
        <p:spPr>
          <a:xfrm flipH="1" flipV="1">
            <a:off x="4464408" y="589423"/>
            <a:ext cx="879444" cy="88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4FAA015-ABDB-B516-5782-F9367B99A834}"/>
              </a:ext>
            </a:extLst>
          </p:cNvPr>
          <p:cNvCxnSpPr>
            <a:cxnSpLocks/>
          </p:cNvCxnSpPr>
          <p:nvPr/>
        </p:nvCxnSpPr>
        <p:spPr>
          <a:xfrm flipV="1">
            <a:off x="3918098" y="3305109"/>
            <a:ext cx="33048" cy="2039671"/>
          </a:xfrm>
          <a:prstGeom prst="line">
            <a:avLst/>
          </a:prstGeom>
          <a:ln w="38100" cmpd="dbl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C876B08-81B2-6108-3F54-FFE7A6841C5A}"/>
              </a:ext>
            </a:extLst>
          </p:cNvPr>
          <p:cNvCxnSpPr>
            <a:cxnSpLocks/>
          </p:cNvCxnSpPr>
          <p:nvPr/>
        </p:nvCxnSpPr>
        <p:spPr>
          <a:xfrm flipV="1">
            <a:off x="4060196" y="3309721"/>
            <a:ext cx="0" cy="2593191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FFC44C3-DC94-E1B4-E2BF-820296B09A48}"/>
              </a:ext>
            </a:extLst>
          </p:cNvPr>
          <p:cNvCxnSpPr/>
          <p:nvPr/>
        </p:nvCxnSpPr>
        <p:spPr>
          <a:xfrm>
            <a:off x="1754372" y="4129123"/>
            <a:ext cx="6072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C78809E-65E3-0781-1CDC-F7623794A5B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01297" y="5344780"/>
            <a:ext cx="172320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48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11780</TotalTime>
  <Words>66</Words>
  <Application>Microsoft Macintosh PowerPoint</Application>
  <PresentationFormat>A4 Paper (210x297 mm)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 Johansson</dc:creator>
  <cp:lastModifiedBy>Anders Johansson</cp:lastModifiedBy>
  <cp:revision>28</cp:revision>
  <cp:lastPrinted>2026-05-25T12:48:45Z</cp:lastPrinted>
  <dcterms:created xsi:type="dcterms:W3CDTF">2026-03-24T10:17:16Z</dcterms:created>
  <dcterms:modified xsi:type="dcterms:W3CDTF">2026-05-29T14:14:24Z</dcterms:modified>
</cp:coreProperties>
</file>